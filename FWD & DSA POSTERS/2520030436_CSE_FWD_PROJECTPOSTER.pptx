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8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kthae@outlook.com" userId="728422d2063a8a4f" providerId="LiveId" clId="{D9F321F5-D267-44F0-B0AB-0653255585C2}"/>
    <pc:docChg chg="modSld">
      <pc:chgData name="yukthae@outlook.com" userId="728422d2063a8a4f" providerId="LiveId" clId="{D9F321F5-D267-44F0-B0AB-0653255585C2}" dt="2026-03-06T03:49:56.290" v="15" actId="1076"/>
      <pc:docMkLst>
        <pc:docMk/>
      </pc:docMkLst>
      <pc:sldChg chg="addSp modSp mod">
        <pc:chgData name="yukthae@outlook.com" userId="728422d2063a8a4f" providerId="LiveId" clId="{D9F321F5-D267-44F0-B0AB-0653255585C2}" dt="2026-03-06T03:49:56.290" v="15" actId="1076"/>
        <pc:sldMkLst>
          <pc:docMk/>
          <pc:sldMk cId="0" sldId="256"/>
        </pc:sldMkLst>
        <pc:spChg chg="mod">
          <ac:chgData name="yukthae@outlook.com" userId="728422d2063a8a4f" providerId="LiveId" clId="{D9F321F5-D267-44F0-B0AB-0653255585C2}" dt="2026-03-06T03:49:04.603" v="1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yukthae@outlook.com" userId="728422d2063a8a4f" providerId="LiveId" clId="{D9F321F5-D267-44F0-B0AB-0653255585C2}" dt="2026-03-06T03:48:37.649" v="8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yukthae@outlook.com" userId="728422d2063a8a4f" providerId="LiveId" clId="{D9F321F5-D267-44F0-B0AB-0653255585C2}" dt="2026-03-06T03:49:07.287" v="12" actId="20577"/>
          <ac:spMkLst>
            <pc:docMk/>
            <pc:sldMk cId="0" sldId="256"/>
            <ac:spMk id="100" creationId="{00000000-0000-0000-0000-000000000000}"/>
          </ac:spMkLst>
        </pc:spChg>
        <pc:picChg chg="add mod">
          <ac:chgData name="yukthae@outlook.com" userId="728422d2063a8a4f" providerId="LiveId" clId="{D9F321F5-D267-44F0-B0AB-0653255585C2}" dt="2026-03-06T03:49:56.290" v="15" actId="1076"/>
          <ac:picMkLst>
            <pc:docMk/>
            <pc:sldMk cId="0" sldId="256"/>
            <ac:picMk id="103" creationId="{833EF92F-F726-1B5D-133F-615BCF6B30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75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2331720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36167" cy="146304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6167" y="0"/>
            <a:ext cx="1336167" cy="146304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72334" y="0"/>
            <a:ext cx="1336167" cy="146304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08501" y="0"/>
            <a:ext cx="1336167" cy="146304"/>
          </a:xfrm>
          <a:prstGeom prst="rect">
            <a:avLst/>
          </a:prstGeom>
          <a:solidFill>
            <a:srgbClr val="D4A59A"/>
          </a:solidFill>
          <a:ln w="12700">
            <a:solidFill>
              <a:srgbClr val="D4A5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4668" y="0"/>
            <a:ext cx="1336167" cy="146304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80835" y="0"/>
            <a:ext cx="1336167" cy="146304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7002" y="0"/>
            <a:ext cx="1336167" cy="146304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53169" y="0"/>
            <a:ext cx="1336167" cy="146304"/>
          </a:xfrm>
          <a:prstGeom prst="rect">
            <a:avLst/>
          </a:prstGeom>
          <a:solidFill>
            <a:srgbClr val="D4A59A"/>
          </a:solidFill>
          <a:ln w="12700">
            <a:solidFill>
              <a:srgbClr val="D4A5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"/>
            <a:ext cx="9957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"/>
            <a:ext cx="101406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Streamlined Timely Medicine Supply Tracker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" y="1609344"/>
            <a:ext cx="9957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 ·  FULL STACK WEB DEVELOPMENT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0" y="2011680"/>
            <a:ext cx="3749040" cy="237744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0116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— Smart Health Management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937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B4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77440"/>
            <a:ext cx="4937760" cy="320040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86584"/>
            <a:ext cx="4846320" cy="301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" y="2734056"/>
            <a:ext cx="4791456" cy="21305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is a full-featured personal medicine management web application. Patients can track daily medications, set snooze reminders, monitor stock levels, and store emergency contacts &amp; allergy information — all within a responsive, mobile-friendly interface.</a:t>
            </a:r>
            <a:endParaRPr lang="en-US" sz="920" dirty="0"/>
          </a:p>
          <a:p>
            <a:pPr marL="0" indent="0" algn="l">
              <a:buNone/>
            </a:pPr>
            <a:endParaRPr lang="en-US" sz="920" dirty="0"/>
          </a:p>
          <a:p>
            <a:pPr marL="0" indent="0" algn="l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CSS, and JavaScript (ES6 Modules), featuring localStorage persistence, real-time DOM updates, async weather integration, CSV export, print functionality, and drug interaction warnings across 4 linked pages.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440680" y="2377440"/>
            <a:ext cx="4937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9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0680" y="2377440"/>
            <a:ext cx="4937760" cy="320040"/>
          </a:xfrm>
          <a:prstGeom prst="rect">
            <a:avLst/>
          </a:prstGeom>
          <a:solidFill>
            <a:srgbClr val="5A9A65"/>
          </a:solidFill>
          <a:ln w="12700">
            <a:solidFill>
              <a:srgbClr val="5A9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386584"/>
            <a:ext cx="4846320" cy="3017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2816352"/>
            <a:ext cx="1645920" cy="329184"/>
          </a:xfrm>
          <a:prstGeom prst="rect">
            <a:avLst/>
          </a:prstGeom>
          <a:solidFill>
            <a:srgbClr val="2D3E50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86600" y="2816352"/>
            <a:ext cx="16459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(Browser)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7909560" y="3145536"/>
            <a:ext cx="0" cy="96012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9268" y="3232404"/>
            <a:ext cx="100584" cy="59436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05272" y="3241548"/>
            <a:ext cx="1389888" cy="329184"/>
          </a:xfrm>
          <a:prstGeom prst="rect">
            <a:avLst/>
          </a:prstGeom>
          <a:solidFill>
            <a:srgbClr val="8BB4C9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05272" y="3241548"/>
            <a:ext cx="1389888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7104888" y="3241548"/>
            <a:ext cx="1389888" cy="329184"/>
          </a:xfrm>
          <a:prstGeom prst="rect">
            <a:avLst/>
          </a:prstGeom>
          <a:solidFill>
            <a:srgbClr val="8BB4C9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04888" y="3241548"/>
            <a:ext cx="1389888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tracker.html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8604504" y="3241548"/>
            <a:ext cx="1389888" cy="329184"/>
          </a:xfrm>
          <a:prstGeom prst="rect">
            <a:avLst/>
          </a:prstGeom>
          <a:solidFill>
            <a:srgbClr val="8BB4C9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04504" y="3241548"/>
            <a:ext cx="1389888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+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6995160" y="3406140"/>
            <a:ext cx="109728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4776" y="3406140"/>
            <a:ext cx="109728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9560" y="3570732"/>
            <a:ext cx="0" cy="96012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59268" y="3657600"/>
            <a:ext cx="100584" cy="59436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05272" y="3666744"/>
            <a:ext cx="2139696" cy="329184"/>
          </a:xfrm>
          <a:prstGeom prst="rect">
            <a:avLst/>
          </a:prstGeom>
          <a:solidFill>
            <a:srgbClr val="D4A800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05272" y="3666744"/>
            <a:ext cx="2139696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854696" y="3666744"/>
            <a:ext cx="2139696" cy="329184"/>
          </a:xfrm>
          <a:prstGeom prst="rect">
            <a:avLst/>
          </a:prstGeom>
          <a:solidFill>
            <a:srgbClr val="5A9A65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854696" y="3666744"/>
            <a:ext cx="2139696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tracker.js  (ES6 Module)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7744968" y="3831336"/>
            <a:ext cx="109728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3995928"/>
            <a:ext cx="0" cy="96012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59268" y="4082796"/>
            <a:ext cx="100584" cy="59436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6440" y="4091940"/>
            <a:ext cx="4206240" cy="329184"/>
          </a:xfrm>
          <a:prstGeom prst="rect">
            <a:avLst/>
          </a:prstGeom>
          <a:solidFill>
            <a:srgbClr val="D4A59A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06440" y="4091940"/>
            <a:ext cx="42062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 (medicines  |  emergencyContacts  |  medicalInfo)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909560" y="4421124"/>
            <a:ext cx="0" cy="96012"/>
          </a:xfrm>
          <a:prstGeom prst="line">
            <a:avLst/>
          </a:prstGeom>
          <a:noFill/>
          <a:ln w="19050">
            <a:solidFill>
              <a:srgbClr val="6A98B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59268" y="4507992"/>
            <a:ext cx="100584" cy="59436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05272" y="4517136"/>
            <a:ext cx="21031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05272" y="4517136"/>
            <a:ext cx="21031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Updates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7836408" y="4517136"/>
            <a:ext cx="21031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CCCCCC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836408" y="4517136"/>
            <a:ext cx="21031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APIs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708392" y="4681728"/>
            <a:ext cx="128016" cy="0"/>
          </a:xfrm>
          <a:prstGeom prst="line">
            <a:avLst/>
          </a:prstGeom>
          <a:noFill/>
          <a:ln w="15240">
            <a:solidFill>
              <a:srgbClr val="6A98B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5102352"/>
            <a:ext cx="10140696" cy="320040"/>
          </a:xfrm>
          <a:prstGeom prst="rect">
            <a:avLst/>
          </a:prstGeom>
          <a:solidFill>
            <a:srgbClr val="2D3E50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5102352"/>
            <a:ext cx="10140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- WISE IMPLEMENTATION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5513832"/>
            <a:ext cx="1014069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B4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5513832"/>
            <a:ext cx="10140696" cy="301752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" y="5522976"/>
            <a:ext cx="10012680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 Internet Fundamentals, HTML &amp; Introductory CSS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65760" y="5852160"/>
            <a:ext cx="9957816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with Flexbox/Grid — 4 linked pages (index, tracker, emergency, reports)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elements — nav, main, section, header, footer — with ARIA labels for accessibility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(:root variables) — theme colors, spacing, border-radius, transition speeds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— @keyframes fadeIn on content load, progress bar transitions, :hover transforms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6867144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D7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6867144"/>
            <a:ext cx="5120640" cy="301752"/>
          </a:xfrm>
          <a:prstGeom prst="rect">
            <a:avLst/>
          </a:prstGeom>
          <a:solidFill>
            <a:srgbClr val="F5D78E"/>
          </a:solidFill>
          <a:ln w="12700">
            <a:solidFill>
              <a:srgbClr val="F5D78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" y="6876288"/>
            <a:ext cx="499262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 Forms, Inputs &amp; Advanced CSS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65760" y="7205472"/>
            <a:ext cx="4937760" cy="10698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types: text, tel, number, time, date, checkbox, search with validation attributes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— required, minlength, pattern, novalidate HTML attributes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:focus, :hover, .active pseudo-classes for interactive feedback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 queries — mobile nav toggle, grid breakpoints, @media print styles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77840" y="6867144"/>
            <a:ext cx="48371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C9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577840" y="6867144"/>
            <a:ext cx="4837176" cy="301752"/>
          </a:xfrm>
          <a:prstGeom prst="rect">
            <a:avLst/>
          </a:prstGeom>
          <a:solidFill>
            <a:srgbClr val="9AC9A4"/>
          </a:solidFill>
          <a:ln w="12700">
            <a:solidFill>
              <a:srgbClr val="9AC9A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41848" y="6876288"/>
            <a:ext cx="4709160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  JavaScript Fundamentals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669280" y="7205472"/>
            <a:ext cx="4654296" cy="10698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Objects: medicine{} records, INTERACTION_WARNINGS{} dictionary for drug alerts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methods: .filter(), .find(), .map(), .sort(), .forEach(), .reduce()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literals: 0x05 hexadecimal, 6e5 scientific notation for snooze duration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for HTML generation; arrow functions; spread operator (...)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8421624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B4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74320" y="8421624"/>
            <a:ext cx="5120640" cy="301752"/>
          </a:xfrm>
          <a:prstGeom prst="rect">
            <a:avLst/>
          </a:prstGeom>
          <a:solidFill>
            <a:srgbClr val="8BB4C9"/>
          </a:solidFill>
          <a:ln w="12700">
            <a:solidFill>
              <a:srgbClr val="8BB4C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" y="8430768"/>
            <a:ext cx="499262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  Browser APIs, DOM &amp; Events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65760" y="8759952"/>
            <a:ext cx="4937760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manipulation: createElement(), innerHTML, classList.toggle(), setAttribute()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handling: addEventListener on submit, keyup, storage, window load events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localStorage: JSON.stringify/parse — medicines, emergencyContacts, medicalInfo keys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APIs: async/await fetchWeather() with Promise; setTimeout for reminders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for midnight auto-reset; storage events for real-time cross-page stat sync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577840" y="8421624"/>
            <a:ext cx="483717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5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577840" y="8421624"/>
            <a:ext cx="4837176" cy="301752"/>
          </a:xfrm>
          <a:prstGeom prst="rect">
            <a:avLst/>
          </a:prstGeom>
          <a:solidFill>
            <a:srgbClr val="D4A59A"/>
          </a:solidFill>
          <a:ln w="12700">
            <a:solidFill>
              <a:srgbClr val="D4A5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41848" y="8430768"/>
            <a:ext cx="4709160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  Validation, Error Handling &amp; SEO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669280" y="8759952"/>
            <a:ext cx="4654296" cy="1207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blocks wrap all localStorage read/write and JSON.parse operations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validation: name ≥2 chars, phone ≥10 digits, stock 0–1000 range checks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checker — INTERACTION_WARNINGS warns on conflicting medicines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 tags: description, keywords, author on all 4 HTML pages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via Blob API; auto-download with URL.createObjectURL()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10131552"/>
            <a:ext cx="10140696" cy="301752"/>
          </a:xfrm>
          <a:prstGeom prst="rect">
            <a:avLst/>
          </a:prstGeom>
          <a:solidFill>
            <a:srgbClr val="6A98B3"/>
          </a:solidFill>
          <a:ln w="12700">
            <a:solidFill>
              <a:srgbClr val="6A98B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10131552"/>
            <a:ext cx="1014069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" y="10433304"/>
            <a:ext cx="1690116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10488168"/>
            <a:ext cx="16901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274320" y="10927080"/>
            <a:ext cx="16901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B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964436" y="10433304"/>
            <a:ext cx="169011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964436" y="10488168"/>
            <a:ext cx="16901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83" name="Text 81"/>
          <p:cNvSpPr/>
          <p:nvPr/>
        </p:nvSpPr>
        <p:spPr>
          <a:xfrm>
            <a:off x="1964436" y="10927080"/>
            <a:ext cx="16901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4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654552" y="10433304"/>
            <a:ext cx="1690116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4552" y="10488168"/>
            <a:ext cx="16901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6" name="Text 84"/>
          <p:cNvSpPr/>
          <p:nvPr/>
        </p:nvSpPr>
        <p:spPr>
          <a:xfrm>
            <a:off x="3654552" y="10927080"/>
            <a:ext cx="16901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C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9AC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344668" y="10433304"/>
            <a:ext cx="169011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44668" y="10488168"/>
            <a:ext cx="16901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89" name="Text 87"/>
          <p:cNvSpPr/>
          <p:nvPr/>
        </p:nvSpPr>
        <p:spPr>
          <a:xfrm>
            <a:off x="5344668" y="10927080"/>
            <a:ext cx="16901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034784" y="10433304"/>
            <a:ext cx="1690116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34784" y="10488168"/>
            <a:ext cx="16901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2" name="Text 90"/>
          <p:cNvSpPr/>
          <p:nvPr/>
        </p:nvSpPr>
        <p:spPr>
          <a:xfrm>
            <a:off x="7034784" y="10927080"/>
            <a:ext cx="16901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B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724900" y="10433304"/>
            <a:ext cx="169011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24900" y="10488168"/>
            <a:ext cx="16901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95" name="Text 93"/>
          <p:cNvSpPr/>
          <p:nvPr/>
        </p:nvSpPr>
        <p:spPr>
          <a:xfrm>
            <a:off x="8724900" y="10927080"/>
            <a:ext cx="16901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AC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9AC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74320" y="11548872"/>
            <a:ext cx="10140696" cy="2715768"/>
          </a:xfrm>
          <a:prstGeom prst="rect">
            <a:avLst/>
          </a:prstGeom>
          <a:solidFill>
            <a:srgbClr val="FFFBEB"/>
          </a:solidFill>
          <a:ln w="12700">
            <a:solidFill>
              <a:srgbClr val="F5D7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74320" y="11548872"/>
            <a:ext cx="10140696" cy="301752"/>
          </a:xfrm>
          <a:prstGeom prst="rect">
            <a:avLst/>
          </a:prstGeom>
          <a:solidFill>
            <a:srgbClr val="D4A800"/>
          </a:solidFill>
          <a:ln w="12700">
            <a:solidFill>
              <a:srgbClr val="D4A8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11558016"/>
            <a:ext cx="10003536" cy="2834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347472" y="11887200"/>
            <a:ext cx="9939528" cy="23134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core web development principles — semantic HTML, responsive CSS, ES6 JavaScript modules, async programming, and browser storage APIs — all implemented through a practical, real-world medicine tracking application.
</a:t>
            </a:r>
            <a:endParaRPr lang="en-US" sz="920" dirty="0"/>
          </a:p>
          <a:p>
            <a:pPr marL="0" indent="0" algn="l">
              <a:buNone/>
            </a:pPr>
            <a:r>
              <a:rPr lang="en-US" sz="9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via Firebase, AI-powered drug interaction analysis, push notifications, multi-user authentication, and Progressive Web App (PWA) support for offline access.</a:t>
            </a:r>
            <a:endParaRPr lang="en-US" sz="920" dirty="0"/>
          </a:p>
        </p:txBody>
      </p:sp>
      <p:sp>
        <p:nvSpPr>
          <p:cNvPr id="100" name="Text 98"/>
          <p:cNvSpPr/>
          <p:nvPr/>
        </p:nvSpPr>
        <p:spPr>
          <a:xfrm>
            <a:off x="365760" y="14392656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863840" y="143926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Gottipati</a:t>
            </a:r>
            <a:r>
              <a:rPr lang="en-US" sz="12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Eesha Yuktha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120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2520030436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</a:t>
            </a:r>
            <a:r>
              <a:rPr lang="en-US" sz="1200" dirty="0">
                <a:solidFill>
                  <a:srgbClr val="F5D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03" name="Picture 102" descr="KLI University logo featuring a stylized gear and vibrant colors.&#10;&#10;AI-generated content may be incorrect.">
            <a:extLst>
              <a:ext uri="{FF2B5EF4-FFF2-40B4-BE49-F238E27FC236}">
                <a16:creationId xmlns:a16="http://schemas.microsoft.com/office/drawing/2014/main" id="{833EF92F-F726-1B5D-133F-615BCF6B3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1" y="14432488"/>
            <a:ext cx="803181" cy="596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604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yukthae@outlook.com</cp:lastModifiedBy>
  <cp:revision>2</cp:revision>
  <dcterms:created xsi:type="dcterms:W3CDTF">2026-03-06T03:30:40Z</dcterms:created>
  <dcterms:modified xsi:type="dcterms:W3CDTF">2026-03-06T03:50:05Z</dcterms:modified>
</cp:coreProperties>
</file>